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/>
            </a:pPr>
            <a:r>
              <a:t>Design and Development of an Intelligent Research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Full-Stack Technologies, RAG, and LLMs</a:t>
            </a:r>
          </a:p>
          <a:p/>
          <a:p>
            <a:r>
              <a:t>Submitted By: SATYAM KUMAR</a:t>
            </a:r>
          </a:p>
          <a:p>
            <a:r>
              <a:t>Under Supervision of: Dr. Dilip Kumar</a:t>
            </a:r>
          </a:p>
          <a:p>
            <a:r>
              <a:t>National Institute of Technology Jamshedpur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addresses challenges in retrieving precise information from large document collections.</a:t>
            </a:r>
          </a:p>
          <a:p>
            <a:r>
              <a:t>Traditional keyword search lacks semantic understanding.</a:t>
            </a:r>
          </a:p>
          <a:p>
            <a:r>
              <a:t>LLMs alone can hallucinate without reliable sources.</a:t>
            </a:r>
          </a:p>
          <a:p>
            <a:r>
              <a:t>Proposed Solution: Retrieval-Augmented Generation (RAG) based Intelligent Research Assistant.</a:t>
            </a:r>
          </a:p>
          <a:p>
            <a:r>
              <a:t>Combines modern NLP techniques, FastAPI backend, FAISS vector DB, and local LLaMA 3 model.</a:t>
            </a:r>
          </a:p>
          <a:p>
            <a:r>
              <a:t>Reduces hallucinations and improves answer transparency with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-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and Modern LLMs (LLaMA, GPT, etc.) have transformed information retrieval.</a:t>
            </a:r>
          </a:p>
          <a:p>
            <a:r>
              <a:t>Limitation: LLMs rely on pre-trained knowledge, risking hallucinations.</a:t>
            </a:r>
          </a:p>
          <a:p>
            <a:r>
              <a:t>RAG provides an effective solution by fetching relevant documents first.</a:t>
            </a:r>
          </a:p>
          <a:p>
            <a:r>
              <a:t>System generates answers based ONLY on retrieved context, ensuring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-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application for secure document management and intelligent QA.</a:t>
            </a:r>
          </a:p>
          <a:p>
            <a:r>
              <a:t>Tech Stack: FastAPI, SQLAlchemy, SQLite, MongoDB, JWT Auth.</a:t>
            </a:r>
          </a:p>
          <a:p>
            <a:r>
              <a:t>AI Stack: Sentence Transformers, FAISS, Ollama (LLaMA 3).</a:t>
            </a:r>
          </a:p>
          <a:p>
            <a:r>
              <a:t>Full RAG Pipeline implemented: chunking, embedding, vector search, grounded prompt generation, and citations.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-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keyword-based search systems fail to understand semantic meaning.</a:t>
            </a:r>
          </a:p>
          <a:p>
            <a:r>
              <a:t>Manually searching huge document collections is inefficient.</a:t>
            </a:r>
          </a:p>
          <a:p>
            <a:r>
              <a:t>LLMs alone cannot guarantee factual correctness and may provide outdated info.</a:t>
            </a:r>
          </a:p>
          <a:p>
            <a:r>
              <a:t>Need for a system that understands queries, searches semantically, answers from evidence, and provides citations, all while protecting privacy.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-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 secure JWT authentication system.</a:t>
            </a:r>
          </a:p>
          <a:p>
            <a:r>
              <a:t>Develop personal workspace management.</a:t>
            </a:r>
          </a:p>
          <a:p>
            <a:r>
              <a:t>Support PDF, DOCX, and TXT document processing and chunking.</a:t>
            </a:r>
          </a:p>
          <a:p>
            <a:r>
              <a:t>Generate embeddings using Sentence Transformers and store in FAISS.</a:t>
            </a:r>
          </a:p>
          <a:p>
            <a:r>
              <a:t>Retrieve relevant chunks and generate grounded prompts for LLaMA 3.</a:t>
            </a:r>
          </a:p>
          <a:p>
            <a:r>
              <a:t>Produce reliable responses with automatic source citations.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- 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Focuses on semantic document understanding and intelligent information retrieval.</a:t>
            </a:r>
          </a:p>
          <a:p>
            <a:r>
              <a:t>Supports secure authentication, workspaces, document management, and RAG.</a:t>
            </a:r>
          </a:p>
          <a:p>
            <a:r>
              <a:t>Local LLM execution for data privacy.</a:t>
            </a:r>
          </a:p>
          <a:p>
            <a:r>
              <a:t>Future Scope: Multilingual support, Cloud deployment, Collaborative workspaces, OCR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- Applications &amp;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Applications: Academic research, Higher education, Corporate knowledge management, Legal analysis.</a:t>
            </a:r>
          </a:p>
          <a:p>
            <a:r>
              <a:t>Advantages:</a:t>
            </a:r>
          </a:p>
          <a:p>
            <a:pPr lvl="1"/>
            <a:r>
              <a:t>  - Context-aware semantic search.</a:t>
            </a:r>
          </a:p>
          <a:p>
            <a:pPr lvl="1"/>
            <a:r>
              <a:t>  - Grounded responses, reducing hallucinations.</a:t>
            </a:r>
          </a:p>
          <a:p>
            <a:pPr lvl="1"/>
            <a:r>
              <a:t>  - Automatic citation generation.</a:t>
            </a:r>
          </a:p>
          <a:p>
            <a:pPr lvl="1"/>
            <a:r>
              <a:t>  - Local execution ensuring better privacy.</a:t>
            </a:r>
          </a:p>
          <a:p>
            <a:pPr lvl="1"/>
            <a:r>
              <a:t>  - Modular, scalable backend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Rapid advancement of AI and NLP has improved information retrieval.</a:t>
            </a:r>
          </a:p>
          <a:p>
            <a:r>
              <a:t>Transitioning from lexical matching to semantic understanding.</a:t>
            </a:r>
          </a:p>
          <a:p>
            <a:r>
              <a:t>Recent developments combine Semantic Search and LLMs for intelligent, context-aware retrieval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- Large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(GPT, LLaMA, Gemini) are deep learning models trained on massive corpora.</a:t>
            </a:r>
          </a:p>
          <a:p>
            <a:r>
              <a:t>Capabilities: Answering questions, summarizing, translating.</a:t>
            </a:r>
          </a:p>
          <a:p>
            <a:r>
              <a:t>Limitations:</a:t>
            </a:r>
          </a:p>
          <a:p>
            <a:pPr lvl="1"/>
            <a:r>
              <a:t>  - Hallucination of facts.</a:t>
            </a:r>
          </a:p>
          <a:p>
            <a:pPr lvl="1"/>
            <a:r>
              <a:t>  - Limited knowledge post-training.</a:t>
            </a:r>
          </a:p>
          <a:p>
            <a:pPr lvl="1"/>
            <a:r>
              <a:t>  - Lack of source attribution.</a:t>
            </a:r>
          </a:p>
          <a:p>
            <a:pPr lvl="1"/>
            <a:r>
              <a:t>  - Difficulty incorporating private documents.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- Retrieval-Augmented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combines document retrieval with language generation.</a:t>
            </a:r>
          </a:p>
          <a:p>
            <a:r>
              <a:t>Retrieves relevant info from external sources to supply to the LLM.</a:t>
            </a:r>
          </a:p>
          <a:p>
            <a:r>
              <a:t>Advantages:</a:t>
            </a:r>
          </a:p>
          <a:p>
            <a:pPr lvl="1"/>
            <a:r>
              <a:t>  - Improved factual accuracy and reduced hallucinations.</a:t>
            </a:r>
          </a:p>
          <a:p>
            <a:pPr lvl="1"/>
            <a:r>
              <a:t>  - Better explainability via source-based answers.</a:t>
            </a:r>
          </a:p>
          <a:p>
            <a:pPr lvl="1"/>
            <a:r>
              <a:t>  - Easy knowledge updates without retraining the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- Semantic Search &amp;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Search: Understands meaning rather than exact text matching.</a:t>
            </a:r>
          </a:p>
          <a:p>
            <a:r>
              <a:t>Converts text into numerical vector embeddings.</a:t>
            </a:r>
          </a:p>
          <a:p>
            <a:r>
              <a:t>Sentence Transformers: Generates dense vectors for sentences.</a:t>
            </a:r>
          </a:p>
          <a:p>
            <a:r>
              <a:t>Using 'all-MiniLM-L6-v2' model for high semantic accuracy, fast inference, and low memory consumption (384-dimensional).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- FAISS Vector DB &amp;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FAISS (Facebook AI Similarity Search): Open-source library for efficient similarity search over high-dimensional vectors.</a:t>
            </a:r>
          </a:p>
          <a:p>
            <a:r>
              <a:t>Provides fast nearest-neighbor search and scalable indexing.</a:t>
            </a:r>
          </a:p>
          <a:p>
            <a:r>
              <a:t>FastAPI: Modern Python web framework for high-performance REST APIs.</a:t>
            </a:r>
          </a:p>
          <a:p>
            <a:r>
              <a:t>Features asynchronous request handling, Pydantic validation, and high execution speed.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Analysis - 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Authentication: Registration, Secure Login, JWT Token Generation.</a:t>
            </a:r>
          </a:p>
          <a:p>
            <a:r>
              <a:t>Workspace Management: Create, View, Delete personal workspaces.</a:t>
            </a:r>
          </a:p>
          <a:p>
            <a:r>
              <a:t>Document Management: Upload/Delete PDF, DOCX, TXT files.</a:t>
            </a:r>
          </a:p>
          <a:p>
            <a:r>
              <a:t>Document Processing: Extract text, Metadata, Page detection.</a:t>
            </a:r>
          </a:p>
          <a:p>
            <a:r>
              <a:t>Chunking: Fixed size, Recursive, and Semantic chunking.</a:t>
            </a:r>
          </a:p>
          <a:p>
            <a:r>
              <a:t>Embeddings &amp; Vector Search: Generate sentence embeddings and FAISS index.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Analysis - Non-Functional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Performance: Fast API response, efficient vector search.</a:t>
            </a:r>
          </a:p>
          <a:p>
            <a:r>
              <a:t>Security: JWT, bcrypt password hashing, CORS protection.</a:t>
            </a:r>
          </a:p>
          <a:p>
            <a:r>
              <a:t>Scalability: Multiple users, workspaces, and large document collections.</a:t>
            </a:r>
          </a:p>
          <a:p>
            <a:r>
              <a:t>Tech Stack:</a:t>
            </a:r>
          </a:p>
          <a:p>
            <a:pPr lvl="1"/>
            <a:r>
              <a:t>  - Backend: FastAPI, SQLAlchemy, SQLite, MongoDB</a:t>
            </a:r>
          </a:p>
          <a:p>
            <a:pPr lvl="1"/>
            <a:r>
              <a:t>  - AI: Sentence Transformers, FAISS, Ollama (LLaMA 3)</a:t>
            </a:r>
          </a:p>
          <a:p>
            <a:pPr lvl="1"/>
            <a:r>
              <a:t>  - Frontend: HTML, CSS, JavaScript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- Overall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-&gt; Frontend (HTML/JS) -&gt; FastAPI Backend</a:t>
            </a:r>
          </a:p>
          <a:p>
            <a:r>
              <a:t>Authentication Module (JWT) -&gt; Workspace Manager</a:t>
            </a:r>
          </a:p>
          <a:p>
            <a:r>
              <a:t>Document Processing -&gt; Chunking Engine -&gt; Embedding Engine</a:t>
            </a:r>
          </a:p>
          <a:p>
            <a:r>
              <a:t>FAISS Vector Database -&gt; Retriever</a:t>
            </a:r>
          </a:p>
          <a:p>
            <a:r>
              <a:t>Prompt Builder -&gt; Ollama (LLaMA 3)</a:t>
            </a:r>
          </a:p>
          <a:p>
            <a:r>
              <a:t>Citation Engine -&gt; Final Response with Sources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- Architecture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Layer: HTML templates, CSS, JavaScript (Dashboard, Chat UI).</a:t>
            </a:r>
          </a:p>
          <a:p>
            <a:r>
              <a:t>Application Layer: FastAPI routing, Authentication, Business logic.</a:t>
            </a:r>
          </a:p>
          <a:p>
            <a:r>
              <a:t>Data Layer:</a:t>
            </a:r>
          </a:p>
          <a:p>
            <a:pPr lvl="1"/>
            <a:r>
              <a:t>  - Users, Sessions, Workspaces (SQLite)</a:t>
            </a:r>
          </a:p>
          <a:p>
            <a:pPr lvl="1"/>
            <a:r>
              <a:t>  - Documents (MongoDB)</a:t>
            </a:r>
          </a:p>
          <a:p>
            <a:pPr lvl="1"/>
            <a:r>
              <a:t>  - Vectors (FAISS)</a:t>
            </a:r>
          </a:p>
          <a:p>
            <a:pPr lvl="1"/>
            <a:r>
              <a:t>  - Metadata (JSON Files)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- Database Design &amp; 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storage architecture for scalability and efficiency.</a:t>
            </a:r>
          </a:p>
          <a:p>
            <a:r>
              <a:t>Users Table: id, name, email, password_hash.</a:t>
            </a:r>
          </a:p>
          <a:p>
            <a:r>
              <a:t>Workspaces Table: workspace_id, user_id, project_name.</a:t>
            </a:r>
          </a:p>
          <a:p>
            <a:r>
              <a:t>Sessions Table: session_id, user_id, login_time.</a:t>
            </a:r>
          </a:p>
          <a:p>
            <a:r>
              <a:t>MongoDB stores document metadata (author, page count, keywords).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- FAISS Vector Database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workspace maintains an independent vector index.</a:t>
            </a:r>
          </a:p>
          <a:p>
            <a:r>
              <a:t>Storage Hierarchy:</a:t>
            </a:r>
          </a:p>
          <a:p>
            <a:r>
              <a:t>  vector_indices/</a:t>
            </a:r>
          </a:p>
          <a:p>
            <a:r>
              <a:t>    Workspace 1/</a:t>
            </a:r>
          </a:p>
          <a:p>
            <a:r>
              <a:t>      faiss.index</a:t>
            </a:r>
          </a:p>
          <a:p>
            <a:r>
              <a:t>      chunk_meta.json</a:t>
            </a:r>
          </a:p>
          <a:p>
            <a:r>
              <a:t>    Workspace 2/ ...</a:t>
            </a:r>
          </a:p>
          <a:p>
            <a:r>
              <a:t>Prevents vectors from different projects from mixing.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- Document Processing &amp;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Document -&gt; File Validation -&gt; PDF/DOCX/TXT Processor.</a:t>
            </a:r>
          </a:p>
          <a:p>
            <a:r>
              <a:t>Text Extraction -&gt; Metadata Extraction -&gt; Store Processed Text.</a:t>
            </a:r>
          </a:p>
          <a:p>
            <a:r>
              <a:t>Chunking Workflow:</a:t>
            </a:r>
          </a:p>
          <a:p>
            <a:pPr lvl="1"/>
            <a:r>
              <a:t>  - Extracted Text -&gt; Chunking Engine.</a:t>
            </a:r>
          </a:p>
          <a:p>
            <a:pPr lvl="1"/>
            <a:r>
              <a:t>  - Support for Fixed, Recursive, and Semantic chunking.</a:t>
            </a:r>
          </a:p>
          <a:p>
            <a:pPr lvl="1"/>
            <a:r>
              <a:t>  - Outputs Text Chunks for embeddings.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- RAG Pipeline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Question -&gt; Generate Query Embedding.</a:t>
            </a:r>
          </a:p>
          <a:p>
            <a:r>
              <a:t>FAISS Similarity Search -&gt; Top-K Relevant Chunks.</a:t>
            </a:r>
          </a:p>
          <a:p>
            <a:r>
              <a:t>Grounded Prompt Builder explicitly restricts LLM context.</a:t>
            </a:r>
          </a:p>
          <a:p>
            <a:r>
              <a:t>Prompt -&gt; Ollama (LLaMA 3) local execution.</a:t>
            </a:r>
          </a:p>
          <a:p>
            <a:r>
              <a:t>Citation Engine attaches document names and pages.</a:t>
            </a:r>
          </a:p>
          <a:p>
            <a:r>
              <a:t>Final Answer with sources returned to user.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- Project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using Python 3.11+ and FastAPI.</a:t>
            </a:r>
          </a:p>
          <a:p>
            <a:r>
              <a:t>Modular directory structure:</a:t>
            </a:r>
          </a:p>
          <a:p>
            <a:pPr lvl="1"/>
            <a:r>
              <a:t>  - chunking_engine.py</a:t>
            </a:r>
          </a:p>
          <a:p>
            <a:pPr lvl="1"/>
            <a:r>
              <a:t>  - embedding_engine.py</a:t>
            </a:r>
          </a:p>
          <a:p>
            <a:pPr lvl="1"/>
            <a:r>
              <a:t>  - vector_store.py</a:t>
            </a:r>
          </a:p>
          <a:p>
            <a:pPr lvl="1"/>
            <a:r>
              <a:t>  - retrieval_engine.py</a:t>
            </a:r>
          </a:p>
          <a:p>
            <a:pPr lvl="1"/>
            <a:r>
              <a:t>  - rag_engine.py</a:t>
            </a:r>
          </a:p>
          <a:p>
            <a:pPr lvl="1"/>
            <a:r>
              <a:t>  - citation_engine.py</a:t>
            </a:r>
          </a:p>
          <a:p>
            <a:r>
              <a:t>Improves readability and simplifies future enhancements.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- Authentication &amp; Workspaces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access control using JWT authentication and bcrypt password hashing.</a:t>
            </a:r>
          </a:p>
          <a:p>
            <a:r>
              <a:t>Passwords are never stored in plaintext.</a:t>
            </a:r>
          </a:p>
          <a:p>
            <a:r>
              <a:t>Workspace module organizes research projects.</a:t>
            </a:r>
          </a:p>
          <a:p>
            <a:r>
              <a:t>Each workspace stores uploaded documents, embeddings, FAISS index, and chat history independently.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- Processing &amp;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PyMuPDF for PDFs and python-docx for Word files.</a:t>
            </a:r>
          </a:p>
          <a:p>
            <a:r>
              <a:t>Extracts text, author, page count, and file size.</a:t>
            </a:r>
          </a:p>
          <a:p>
            <a:r>
              <a:t>Chunking Strategies:</a:t>
            </a:r>
          </a:p>
          <a:p>
            <a:pPr lvl="1"/>
            <a:r>
              <a:t>  - Fixed Size: fixed tokens with overlap.</a:t>
            </a:r>
          </a:p>
          <a:p>
            <a:pPr lvl="1"/>
            <a:r>
              <a:t>  - Recursive: splits at natural boundaries (paragraphs, sentences).</a:t>
            </a:r>
          </a:p>
          <a:p>
            <a:pPr lvl="1"/>
            <a:r>
              <a:t>  - Semantic: groups sentences by cosine similarity.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- Embeddings &amp; Vector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Sentence Transformers library ('all-MiniLM-L6-v2').</a:t>
            </a:r>
          </a:p>
          <a:p>
            <a:r>
              <a:t>Features lazy loading, batch processing, and embedding normalization.</a:t>
            </a:r>
          </a:p>
          <a:p>
            <a:r>
              <a:t>FAISS implementation supports workspace isolation and incremental indexing.</a:t>
            </a:r>
          </a:p>
          <a:p>
            <a:r>
              <a:t>Chunk metadata (Document ID, Page Number) stored in JSON linked to FAISS vectors.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- Retrieval &amp; Prompt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 Engine performs query embedding, similarity search, and Top-K chunk filtering.</a:t>
            </a:r>
          </a:p>
          <a:p>
            <a:r>
              <a:t>Configurable similarity thresholds filter out low-relevance chunks.</a:t>
            </a:r>
          </a:p>
          <a:p>
            <a:r>
              <a:t>Grounded Prompt Builder instructs LLM to use ONLY provided context.</a:t>
            </a:r>
          </a:p>
          <a:p>
            <a:r>
              <a:t>Reduces hallucinations and improves reliability of answers.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- RAG &amp; Citation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LLaMA 3 execution through Ollama framework protects user privacy.</a:t>
            </a:r>
          </a:p>
          <a:p>
            <a:r>
              <a:t>Citation Engine provides transparency by identifying exact sources of retrieved statements.</a:t>
            </a:r>
          </a:p>
          <a:p>
            <a:r>
              <a:t>Citations include Document Name, Page Number, and Similarity Score.</a:t>
            </a:r>
          </a:p>
          <a:p>
            <a:r>
              <a:t>Duplicate citations are removed automatically.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showcases the functioning UI and system capabilities.</a:t>
            </a:r>
          </a:p>
          <a:p>
            <a:r>
              <a:t>Workflow Demonstration:</a:t>
            </a:r>
          </a:p>
          <a:p>
            <a:r>
              <a:t>  1. Secure Login &amp; Registration.</a:t>
            </a:r>
          </a:p>
          <a:p>
            <a:r>
              <a:t>  2. Workspace Management.</a:t>
            </a:r>
          </a:p>
          <a:p>
            <a:r>
              <a:t>  3. Document Upload &amp; Indexing.</a:t>
            </a:r>
          </a:p>
          <a:p>
            <a:r>
              <a:t>  4. Semantic Querying &amp; RAG Response Generation.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- Authentication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[Live Demo Placeholder]</a:t>
            </a:r>
          </a:p>
          <a:p>
            <a:r>
              <a:t>Showcasing the login page and JWT-secured access.</a:t>
            </a:r>
          </a:p>
          <a:p>
            <a:r>
              <a:t>Demonstrating the Workspace Dashboard where multiple projects are managed.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- Document Upload &amp;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[Live Demo Placeholder]</a:t>
            </a:r>
          </a:p>
          <a:p>
            <a:r>
              <a:t>Showcasing uploading PDF/DOCX files.</a:t>
            </a:r>
          </a:p>
          <a:p>
            <a:r>
              <a:t>Demonstrating the background extraction, chunking, and embedding generation process.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- Question Answering with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[Live Demo Placeholder]</a:t>
            </a:r>
          </a:p>
          <a:p>
            <a:r>
              <a:t>Showcasing the Chat Interface.</a:t>
            </a:r>
          </a:p>
          <a:p>
            <a:r>
              <a:t>Entering a research query and receiving a context-aware AI response.</a:t>
            </a:r>
          </a:p>
          <a:p>
            <a:r>
              <a:t>Highlighting the automatically generated citations pointing to specific document pages.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processes PDF, DOCX, and TXT formats efficiently.</a:t>
            </a:r>
          </a:p>
          <a:p>
            <a:r>
              <a:t>High semantic retrieval accuracy using normalized FAISS search.</a:t>
            </a:r>
          </a:p>
          <a:p>
            <a:r>
              <a:t>Reduced hallucinations via grounded prompt construction.</a:t>
            </a:r>
          </a:p>
          <a:p>
            <a:r>
              <a:t>Reliable citation generation improves transparency.</a:t>
            </a:r>
          </a:p>
          <a:p>
            <a:r>
              <a:t>Simple, responsive user interface provides a seamless experience.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Advantages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pPr lvl="1"/>
            <a:r>
              <a:t>  - AI-powered research assistance with local LLM execution.</a:t>
            </a:r>
          </a:p>
          <a:p>
            <a:pPr lvl="1"/>
            <a:r>
              <a:t>  - Privacy-preserving architecture (documents don't leave the local system).</a:t>
            </a:r>
          </a:p>
          <a:p>
            <a:pPr lvl="1"/>
            <a:r>
              <a:t>  - Modular implementation allows easy maintenance and scalability.</a:t>
            </a:r>
          </a:p>
          <a:p>
            <a:pPr lvl="1"/>
            <a:r>
              <a:t>  - Effective solution for intelligent document analysis across academic and industrial domains.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Multilingual Support: Integrate models capable of processing regional languages.</a:t>
            </a:r>
          </a:p>
          <a:p>
            <a:r>
              <a:t>OCR Integration: Add Tesseract OCR for scanned image-based PDFs.</a:t>
            </a:r>
          </a:p>
          <a:p>
            <a:r>
              <a:t>Cloud Deployment: Host on AWS, GCP, or Azure for remote access.</a:t>
            </a:r>
          </a:p>
          <a:p>
            <a:r>
              <a:t>Advanced Search: Hybrid search combining Keyword and Semantic methods.</a:t>
            </a:r>
          </a:p>
          <a:p>
            <a:r>
              <a:t>Collaborative Workspaces: Role-based access and team collaboration.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developed an AI-powered Intelligent Research Assistant.</a:t>
            </a:r>
          </a:p>
          <a:p>
            <a:r>
              <a:t>Effectively combines modern NLP, FAISS, FastAPI, and LLaMA 3.</a:t>
            </a:r>
          </a:p>
          <a:p>
            <a:r>
              <a:t>Solves the issue of LLM hallucination in research tasks by strictly enforcing Retrieval-Augmented Generation.</a:t>
            </a:r>
          </a:p>
          <a:p>
            <a:r>
              <a:t>Provides a highly scalable, secure, and privacy-first solution for knowledge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